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如何阅读源码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Reading Mastery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0" y="3840480"/>
            <a:ext cx="3657600" cy="0"/>
          </a:xfrm>
          <a:prstGeom prst="line">
            <a:avLst/>
          </a:prstGeom>
          <a:noFill/>
          <a:ln w="25400">
            <a:solidFill>
              <a:srgbClr val="4299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99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参考: codedump.info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4299E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为什么要阅读源码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Why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4299E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准备工作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Phase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4299E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阅读策略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Strategies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4299E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工具与方法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3794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Techniques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206240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4299E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06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实践建议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4526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为什么要阅读源码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BEE3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学习优秀设计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学习业界最佳实践和设计模式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BEE3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深入理解原理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606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了解框架和库的内部工作机制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BEE3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🐛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37160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调试和排错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566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快速定位和解决复杂问题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BEE3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3716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启发创新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45262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获得新的思路和解决方案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准备工作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BEE3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文档准备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README / 项目介绍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架构设计文档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API 文档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贡献者指南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CHANGELOG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BEE3F8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🛠️ 环境准备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克隆代码仓库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安装依赖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运行测试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配置 IDE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设置调试环境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阅读策略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BEE3F8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371600"/>
            <a:ext cx="548640" cy="54864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自顶向下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从入口开始，逐层深入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先理解整体架构，再看细节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BEE3F8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371600"/>
            <a:ext cx="548640" cy="54864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9748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自底向上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97480" y="26517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从基础组件开始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逐步构建完整图景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440680" y="1371600"/>
            <a:ext cx="548640" cy="54864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场景驱动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26517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带着具体问题阅读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追踪代码执行流程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118872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BEE3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589520" y="1371600"/>
            <a:ext cx="548640" cy="54864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99516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对比阅读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26517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对比不同版本的实现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理解演进过程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工具与方法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BEE3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导航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跳转到定义  •  查找引用  •  调用层次  •  结构视图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BEE3F8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版本控制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blame  •  提交历史  •  代码对比  •  分支演进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BEE3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调试工具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断点调试  •  单步执行  •  变量查看  •  调用栈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BEE3F8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文档工具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3566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代码注释  •  UML 图  •  思维导图  •  笔记整理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实践建议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48640" cy="54864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带着目的阅读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明确你要解决的问题或学习的知识点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控制阅读节奏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不要试图一次理解所有内容，分阶段进行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做笔记和画图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971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记录关键流程、画架构图、整理思维导图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016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动手实验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修改代码、添加日志、运行测试验证理解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48640" cy="54864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016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参与社区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 issue、PR、邮件列表，与他人讨论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41732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阅读源码是提升编程能力的重要途径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05740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2011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做好充分的准备工作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71600" y="269748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2024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选择合适的阅读策略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0" y="333756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3291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善用各种工具提高效率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71600" y="397764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3931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理论结合实践，动手实验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" y="393192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BEE3F8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29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"Read the source, Luke." — 程序员谚语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2026-04-03T13:32:07Z</dcterms:created>
  <dcterms:modified xsi:type="dcterms:W3CDTF">2026-04-03T13:32:07Z</dcterms:modified>
</cp:coreProperties>
</file>